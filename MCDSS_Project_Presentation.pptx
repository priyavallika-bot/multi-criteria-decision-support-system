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Multi-Criteria Decision Support System</a:t>
            </a:r>
          </a:p>
          <a:p/>
          <a:p>
            <a:r>
              <a:t>Prepared By:</a:t>
            </a:r>
          </a:p>
          <a:p>
            <a:r>
              <a:t>- Your Name</a:t>
            </a:r>
          </a:p>
          <a:p>
            <a:r>
              <a:t>- Section</a:t>
            </a:r>
          </a:p>
          <a:p>
            <a:r>
              <a:t>- Batch Number</a:t>
            </a:r>
          </a:p>
          <a:p/>
          <a:p>
            <a:r>
              <a:t>Course:</a:t>
            </a:r>
          </a:p>
          <a:p>
            <a:r>
              <a:t>Computational Foundations for Artificial Intelligence</a:t>
            </a:r>
          </a:p>
          <a:p/>
          <a:p>
            <a:r>
              <a:t>Guide:</a:t>
            </a:r>
          </a:p>
          <a:p>
            <a:r>
              <a:t>Faculty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/ 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 Multi-Criteria Decision Support System (MCDSS) helps users choose the best option among multiple alternatives.</a:t>
            </a:r>
          </a:p>
          <a:p/>
          <a:p>
            <a:r>
              <a:t>- The system uses AI-based decision-making techniques to compare options using cost, performance, quality, and user preferences.</a:t>
            </a:r>
          </a:p>
          <a:p/>
          <a:p>
            <a:r>
              <a:t>- It applies heuristic evaluation and constraint checking for accurate recommendations.</a:t>
            </a:r>
          </a:p>
          <a:p/>
          <a:p>
            <a:r>
              <a:t>- Demonstrates AI concepts like problem formulation, search techniques, and decision logic.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/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Technologies Used:</a:t>
            </a:r>
          </a:p>
          <a:p>
            <a:r>
              <a:t>- Python</a:t>
            </a:r>
          </a:p>
          <a:p>
            <a:r>
              <a:t>- Lists, Dictionaries</a:t>
            </a:r>
          </a:p>
          <a:p>
            <a:r>
              <a:t>- Functions &amp; Classes</a:t>
            </a:r>
          </a:p>
          <a:p/>
          <a:p>
            <a:r>
              <a:t>AI Concepts Used (CO1–CO3):</a:t>
            </a:r>
          </a:p>
          <a:p>
            <a:r>
              <a:t>- Agent Model (PEAS)</a:t>
            </a:r>
          </a:p>
          <a:p>
            <a:r>
              <a:t>- Problem Formulation</a:t>
            </a:r>
          </a:p>
          <a:p>
            <a:r>
              <a:t>- Heuristic Evaluation</a:t>
            </a:r>
          </a:p>
          <a:p>
            <a:r>
              <a:t>- Greedy Search</a:t>
            </a:r>
          </a:p>
          <a:p>
            <a:r>
              <a:t>- CSP</a:t>
            </a:r>
          </a:p>
          <a:p>
            <a:r>
              <a:t>- Rule-Based Decision 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/ Problem Solved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Motivation:</a:t>
            </a:r>
          </a:p>
          <a:p>
            <a:r>
              <a:t>- Difficulty choosing best option among many alternatives.</a:t>
            </a:r>
          </a:p>
          <a:p>
            <a:r>
              <a:t>- Manual comparison is time-consuming.</a:t>
            </a:r>
          </a:p>
          <a:p/>
          <a:p>
            <a:r>
              <a:t>Problem Solved:</a:t>
            </a:r>
          </a:p>
          <a:p>
            <a:r>
              <a:t>- Provides intelligent and fast recommendations.</a:t>
            </a:r>
          </a:p>
          <a:p>
            <a:r>
              <a:t>- Evaluates multiple criteria together.</a:t>
            </a:r>
          </a:p>
          <a:p/>
          <a:p>
            <a:r>
              <a:t>Advantages:</a:t>
            </a:r>
          </a:p>
          <a:p>
            <a:r>
              <a:t>- Faster decisions</a:t>
            </a:r>
          </a:p>
          <a:p>
            <a:r>
              <a:t>- Better accuracy</a:t>
            </a:r>
          </a:p>
          <a:p>
            <a:r>
              <a:t>- Explainable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/ Working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 – User Input</a:t>
            </a:r>
          </a:p>
          <a:p>
            <a:r>
              <a:t>Step 2 – Knowledge Representation (CO1)</a:t>
            </a:r>
          </a:p>
          <a:p>
            <a:r>
              <a:t>Step 3 – Heuristic Evaluation (CO2)</a:t>
            </a:r>
          </a:p>
          <a:p>
            <a:r>
              <a:t>Step 4 – Constraint Checking (CO3)</a:t>
            </a:r>
          </a:p>
          <a:p>
            <a:r>
              <a:t>Step 5 – Final Decision</a:t>
            </a:r>
          </a:p>
          <a:p/>
          <a:p>
            <a:r>
              <a:t>Flow:</a:t>
            </a:r>
          </a:p>
          <a:p>
            <a:r>
              <a:t>Input → Evaluation → Constraint Checking → Ranking → Best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/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Conclusion:</a:t>
            </a:r>
          </a:p>
          <a:p>
            <a:r>
              <a:t>- Demonstrates AI-based intelligent decision making.</a:t>
            </a:r>
          </a:p>
          <a:p>
            <a:r>
              <a:t>- Combines search, heuristics, and CSP concepts.</a:t>
            </a:r>
          </a:p>
          <a:p>
            <a:r>
              <a:t>- Useful for real-world applications.</a:t>
            </a:r>
          </a:p>
          <a:p/>
          <a:p>
            <a:r>
              <a:t>Future Scope:</a:t>
            </a:r>
          </a:p>
          <a:p>
            <a:r>
              <a:t>- Mobile application</a:t>
            </a:r>
          </a:p>
          <a:p>
            <a:r>
              <a:t>- Machine learning integration</a:t>
            </a:r>
          </a:p>
          <a:p/>
          <a:p>
            <a:r>
              <a:t>THANK YOU</a:t>
            </a:r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